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2" r:id="rId4"/>
    <p:sldId id="263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FED45F-DEA6-4F44-BE5B-28D456B0C1FE}" v="13" dt="2026-10-04T14:28:43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9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 Guan" userId="3572c8ef06643c85" providerId="LiveId" clId="{CEDB981A-914D-4FE1-BC9E-424C8338693A}"/>
    <pc:docChg chg="undo custSel addSld delSld modSld sldOrd">
      <pc:chgData name="Zhen Guan" userId="3572c8ef06643c85" providerId="LiveId" clId="{CEDB981A-914D-4FE1-BC9E-424C8338693A}" dt="2026-10-04T14:33:49.100" v="2159" actId="20577"/>
      <pc:docMkLst>
        <pc:docMk/>
      </pc:docMkLst>
      <pc:sldChg chg="new del">
        <pc:chgData name="Zhen Guan" userId="3572c8ef06643c85" providerId="LiveId" clId="{CEDB981A-914D-4FE1-BC9E-424C8338693A}" dt="2026-10-04T14:25:13.524" v="1523" actId="47"/>
        <pc:sldMkLst>
          <pc:docMk/>
          <pc:sldMk cId="2153681716" sldId="256"/>
        </pc:sldMkLst>
      </pc:sldChg>
      <pc:sldChg chg="addSp delSp modSp new mod">
        <pc:chgData name="Zhen Guan" userId="3572c8ef06643c85" providerId="LiveId" clId="{CEDB981A-914D-4FE1-BC9E-424C8338693A}" dt="2026-10-04T12:46:48.160" v="73" actId="20577"/>
        <pc:sldMkLst>
          <pc:docMk/>
          <pc:sldMk cId="1277137254" sldId="257"/>
        </pc:sldMkLst>
        <pc:spChg chg="mod">
          <ac:chgData name="Zhen Guan" userId="3572c8ef06643c85" providerId="LiveId" clId="{CEDB981A-914D-4FE1-BC9E-424C8338693A}" dt="2026-10-04T12:46:48.160" v="73" actId="20577"/>
          <ac:spMkLst>
            <pc:docMk/>
            <pc:sldMk cId="1277137254" sldId="257"/>
            <ac:spMk id="2" creationId="{7D64FDB3-5A71-00F9-AAA1-8B18AA439F27}"/>
          </ac:spMkLst>
        </pc:spChg>
        <pc:spChg chg="del">
          <ac:chgData name="Zhen Guan" userId="3572c8ef06643c85" providerId="LiveId" clId="{CEDB981A-914D-4FE1-BC9E-424C8338693A}" dt="2026-10-04T12:45:47.048" v="2" actId="478"/>
          <ac:spMkLst>
            <pc:docMk/>
            <pc:sldMk cId="1277137254" sldId="257"/>
            <ac:spMk id="3" creationId="{792F815E-D36E-39DA-07AC-423636E9B718}"/>
          </ac:spMkLst>
        </pc:spChg>
        <pc:spChg chg="add mod">
          <ac:chgData name="Zhen Guan" userId="3572c8ef06643c85" providerId="LiveId" clId="{CEDB981A-914D-4FE1-BC9E-424C8338693A}" dt="2026-10-04T12:45:59.558" v="4" actId="14100"/>
          <ac:spMkLst>
            <pc:docMk/>
            <pc:sldMk cId="1277137254" sldId="257"/>
            <ac:spMk id="4" creationId="{FD694DF1-5C66-A69A-77CD-39E208E015B2}"/>
          </ac:spMkLst>
        </pc:spChg>
        <pc:spChg chg="add mod">
          <ac:chgData name="Zhen Guan" userId="3572c8ef06643c85" providerId="LiveId" clId="{CEDB981A-914D-4FE1-BC9E-424C8338693A}" dt="2026-10-04T12:46:41.106" v="57" actId="20577"/>
          <ac:spMkLst>
            <pc:docMk/>
            <pc:sldMk cId="1277137254" sldId="257"/>
            <ac:spMk id="5" creationId="{011708F6-4B6F-65CC-EBA0-096209C3BB9E}"/>
          </ac:spMkLst>
        </pc:spChg>
      </pc:sldChg>
      <pc:sldChg chg="new del">
        <pc:chgData name="Zhen Guan" userId="3572c8ef06643c85" providerId="LiveId" clId="{CEDB981A-914D-4FE1-BC9E-424C8338693A}" dt="2026-10-04T12:46:54.986" v="76" actId="47"/>
        <pc:sldMkLst>
          <pc:docMk/>
          <pc:sldMk cId="2446599726" sldId="258"/>
        </pc:sldMkLst>
      </pc:sldChg>
      <pc:sldChg chg="addSp delSp modSp add mod">
        <pc:chgData name="Zhen Guan" userId="3572c8ef06643c85" providerId="LiveId" clId="{CEDB981A-914D-4FE1-BC9E-424C8338693A}" dt="2026-10-04T14:31:55.092" v="2060" actId="20577"/>
        <pc:sldMkLst>
          <pc:docMk/>
          <pc:sldMk cId="3038990026" sldId="259"/>
        </pc:sldMkLst>
        <pc:spChg chg="mod">
          <ac:chgData name="Zhen Guan" userId="3572c8ef06643c85" providerId="LiveId" clId="{CEDB981A-914D-4FE1-BC9E-424C8338693A}" dt="2026-10-04T14:22:47.632" v="1348" actId="20577"/>
          <ac:spMkLst>
            <pc:docMk/>
            <pc:sldMk cId="3038990026" sldId="259"/>
            <ac:spMk id="2" creationId="{EE259C32-AB05-6096-7CB7-DB9B83B5412E}"/>
          </ac:spMkLst>
        </pc:spChg>
        <pc:spChg chg="mod">
          <ac:chgData name="Zhen Guan" userId="3572c8ef06643c85" providerId="LiveId" clId="{CEDB981A-914D-4FE1-BC9E-424C8338693A}" dt="2026-10-04T13:02:55.705" v="121" actId="14100"/>
          <ac:spMkLst>
            <pc:docMk/>
            <pc:sldMk cId="3038990026" sldId="259"/>
            <ac:spMk id="4" creationId="{E960FAD2-94AB-AB70-50E6-363EDF3E8584}"/>
          </ac:spMkLst>
        </pc:spChg>
        <pc:spChg chg="del mod">
          <ac:chgData name="Zhen Guan" userId="3572c8ef06643c85" providerId="LiveId" clId="{CEDB981A-914D-4FE1-BC9E-424C8338693A}" dt="2026-10-04T12:49:49.695" v="111" actId="478"/>
          <ac:spMkLst>
            <pc:docMk/>
            <pc:sldMk cId="3038990026" sldId="259"/>
            <ac:spMk id="5" creationId="{072AED88-99AE-A077-48B9-76C981DAC5E2}"/>
          </ac:spMkLst>
        </pc:spChg>
        <pc:spChg chg="add del mod">
          <ac:chgData name="Zhen Guan" userId="3572c8ef06643c85" providerId="LiveId" clId="{CEDB981A-914D-4FE1-BC9E-424C8338693A}" dt="2026-10-04T12:49:51.737" v="112" actId="478"/>
          <ac:spMkLst>
            <pc:docMk/>
            <pc:sldMk cId="3038990026" sldId="259"/>
            <ac:spMk id="6" creationId="{1474F08D-CE5F-9439-E24E-F81EBEBB0BC2}"/>
          </ac:spMkLst>
        </pc:spChg>
        <pc:spChg chg="add mod">
          <ac:chgData name="Zhen Guan" userId="3572c8ef06643c85" providerId="LiveId" clId="{CEDB981A-914D-4FE1-BC9E-424C8338693A}" dt="2026-10-04T14:31:55.092" v="2060" actId="20577"/>
          <ac:spMkLst>
            <pc:docMk/>
            <pc:sldMk cId="3038990026" sldId="259"/>
            <ac:spMk id="8" creationId="{E56F205C-F700-EAE9-793F-2C33DB1567B6}"/>
          </ac:spMkLst>
        </pc:spChg>
        <pc:spChg chg="add del mod">
          <ac:chgData name="Zhen Guan" userId="3572c8ef06643c85" providerId="LiveId" clId="{CEDB981A-914D-4FE1-BC9E-424C8338693A}" dt="2026-10-04T13:12:46.480" v="523" actId="14100"/>
          <ac:spMkLst>
            <pc:docMk/>
            <pc:sldMk cId="3038990026" sldId="259"/>
            <ac:spMk id="10" creationId="{20A0E949-DACB-DA52-41D3-2204D7461AD4}"/>
          </ac:spMkLst>
        </pc:spChg>
        <pc:spChg chg="add mod">
          <ac:chgData name="Zhen Guan" userId="3572c8ef06643c85" providerId="LiveId" clId="{CEDB981A-914D-4FE1-BC9E-424C8338693A}" dt="2026-10-04T13:07:22.507" v="345" actId="5793"/>
          <ac:spMkLst>
            <pc:docMk/>
            <pc:sldMk cId="3038990026" sldId="259"/>
            <ac:spMk id="12" creationId="{685CFAAA-F817-FEC2-A5BF-8EA00C0ADDD0}"/>
          </ac:spMkLst>
        </pc:spChg>
        <pc:spChg chg="add del mod">
          <ac:chgData name="Zhen Guan" userId="3572c8ef06643c85" providerId="LiveId" clId="{CEDB981A-914D-4FE1-BC9E-424C8338693A}" dt="2026-10-04T13:12:29.910" v="520" actId="478"/>
          <ac:spMkLst>
            <pc:docMk/>
            <pc:sldMk cId="3038990026" sldId="259"/>
            <ac:spMk id="14" creationId="{EF0407A0-3666-2534-DB28-D39CE1858E87}"/>
          </ac:spMkLst>
        </pc:spChg>
        <pc:spChg chg="add mod">
          <ac:chgData name="Zhen Guan" userId="3572c8ef06643c85" providerId="LiveId" clId="{CEDB981A-914D-4FE1-BC9E-424C8338693A}" dt="2026-10-04T13:58:24.338" v="1060" actId="14100"/>
          <ac:spMkLst>
            <pc:docMk/>
            <pc:sldMk cId="3038990026" sldId="259"/>
            <ac:spMk id="16" creationId="{A8151830-EAAA-B721-B15F-A0491EB60E42}"/>
          </ac:spMkLst>
        </pc:spChg>
        <pc:spChg chg="add del mod">
          <ac:chgData name="Zhen Guan" userId="3572c8ef06643c85" providerId="LiveId" clId="{CEDB981A-914D-4FE1-BC9E-424C8338693A}" dt="2026-10-04T13:58:26.987" v="1061" actId="478"/>
          <ac:spMkLst>
            <pc:docMk/>
            <pc:sldMk cId="3038990026" sldId="259"/>
            <ac:spMk id="18" creationId="{4FFD702B-8B40-AEF1-EAA7-7FBD1C415610}"/>
          </ac:spMkLst>
        </pc:spChg>
        <pc:spChg chg="add del">
          <ac:chgData name="Zhen Guan" userId="3572c8ef06643c85" providerId="LiveId" clId="{CEDB981A-914D-4FE1-BC9E-424C8338693A}" dt="2026-10-04T14:22:33.259" v="1341" actId="478"/>
          <ac:spMkLst>
            <pc:docMk/>
            <pc:sldMk cId="3038990026" sldId="259"/>
            <ac:spMk id="20" creationId="{DDA2E5F0-0B19-D596-FFBF-ACF571FECDEC}"/>
          </ac:spMkLst>
        </pc:spChg>
        <pc:spChg chg="add mod">
          <ac:chgData name="Zhen Guan" userId="3572c8ef06643c85" providerId="LiveId" clId="{CEDB981A-914D-4FE1-BC9E-424C8338693A}" dt="2026-10-04T14:22:39.462" v="1343" actId="1076"/>
          <ac:spMkLst>
            <pc:docMk/>
            <pc:sldMk cId="3038990026" sldId="259"/>
            <ac:spMk id="22" creationId="{F85AE394-25F6-7E8E-C1D9-3B61F3957833}"/>
          </ac:spMkLst>
        </pc:spChg>
        <pc:spChg chg="add mod">
          <ac:chgData name="Zhen Guan" userId="3572c8ef06643c85" providerId="LiveId" clId="{CEDB981A-914D-4FE1-BC9E-424C8338693A}" dt="2026-10-04T14:22:39.462" v="1343" actId="1076"/>
          <ac:spMkLst>
            <pc:docMk/>
            <pc:sldMk cId="3038990026" sldId="259"/>
            <ac:spMk id="24" creationId="{E8088702-A404-4743-949C-C5416BDD3D2B}"/>
          </ac:spMkLst>
        </pc:spChg>
        <pc:spChg chg="add mod">
          <ac:chgData name="Zhen Guan" userId="3572c8ef06643c85" providerId="LiveId" clId="{CEDB981A-914D-4FE1-BC9E-424C8338693A}" dt="2026-10-04T14:27:32.591" v="1709" actId="20577"/>
          <ac:spMkLst>
            <pc:docMk/>
            <pc:sldMk cId="3038990026" sldId="259"/>
            <ac:spMk id="25" creationId="{A0B0A3D3-8116-6CA2-39C0-851031C6A93E}"/>
          </ac:spMkLst>
        </pc:spChg>
      </pc:sldChg>
      <pc:sldChg chg="modSp new mod ord">
        <pc:chgData name="Zhen Guan" userId="3572c8ef06643c85" providerId="LiveId" clId="{CEDB981A-914D-4FE1-BC9E-424C8338693A}" dt="2026-10-04T14:25:29.924" v="1539"/>
        <pc:sldMkLst>
          <pc:docMk/>
          <pc:sldMk cId="3394223127" sldId="260"/>
        </pc:sldMkLst>
        <pc:spChg chg="mod">
          <ac:chgData name="Zhen Guan" userId="3572c8ef06643c85" providerId="LiveId" clId="{CEDB981A-914D-4FE1-BC9E-424C8338693A}" dt="2026-10-04T14:25:21.347" v="1537" actId="20577"/>
          <ac:spMkLst>
            <pc:docMk/>
            <pc:sldMk cId="3394223127" sldId="260"/>
            <ac:spMk id="2" creationId="{8909980B-9D85-A008-67A5-4D2445A13802}"/>
          </ac:spMkLst>
        </pc:spChg>
        <pc:spChg chg="mod">
          <ac:chgData name="Zhen Guan" userId="3572c8ef06643c85" providerId="LiveId" clId="{CEDB981A-914D-4FE1-BC9E-424C8338693A}" dt="2026-10-04T13:01:24.485" v="115" actId="27636"/>
          <ac:spMkLst>
            <pc:docMk/>
            <pc:sldMk cId="3394223127" sldId="260"/>
            <ac:spMk id="3" creationId="{866987AA-231D-8B35-8906-0EB0C62A01DD}"/>
          </ac:spMkLst>
        </pc:spChg>
      </pc:sldChg>
      <pc:sldChg chg="new del">
        <pc:chgData name="Zhen Guan" userId="3572c8ef06643c85" providerId="LiveId" clId="{CEDB981A-914D-4FE1-BC9E-424C8338693A}" dt="2026-10-04T14:25:31.224" v="1540" actId="47"/>
        <pc:sldMkLst>
          <pc:docMk/>
          <pc:sldMk cId="4197564594" sldId="261"/>
        </pc:sldMkLst>
      </pc:sldChg>
      <pc:sldChg chg="addSp delSp modSp add mod">
        <pc:chgData name="Zhen Guan" userId="3572c8ef06643c85" providerId="LiveId" clId="{CEDB981A-914D-4FE1-BC9E-424C8338693A}" dt="2026-10-04T14:33:49.100" v="2159" actId="20577"/>
        <pc:sldMkLst>
          <pc:docMk/>
          <pc:sldMk cId="2383901829" sldId="262"/>
        </pc:sldMkLst>
        <pc:spChg chg="mod">
          <ac:chgData name="Zhen Guan" userId="3572c8ef06643c85" providerId="LiveId" clId="{CEDB981A-914D-4FE1-BC9E-424C8338693A}" dt="2026-10-04T14:28:00.772" v="1711" actId="20577"/>
          <ac:spMkLst>
            <pc:docMk/>
            <pc:sldMk cId="2383901829" sldId="262"/>
            <ac:spMk id="2" creationId="{4182B624-2A15-34BF-126E-9D62E7ACA423}"/>
          </ac:spMkLst>
        </pc:spChg>
        <pc:spChg chg="add mod">
          <ac:chgData name="Zhen Guan" userId="3572c8ef06643c85" providerId="LiveId" clId="{CEDB981A-914D-4FE1-BC9E-424C8338693A}" dt="2026-10-04T14:33:49.100" v="2159" actId="20577"/>
          <ac:spMkLst>
            <pc:docMk/>
            <pc:sldMk cId="2383901829" sldId="262"/>
            <ac:spMk id="3" creationId="{C21AECAD-2440-8F8A-20C0-947590275C07}"/>
          </ac:spMkLst>
        </pc:spChg>
        <pc:spChg chg="add del mod">
          <ac:chgData name="Zhen Guan" userId="3572c8ef06643c85" providerId="LiveId" clId="{CEDB981A-914D-4FE1-BC9E-424C8338693A}" dt="2026-10-04T14:22:27.189" v="1338" actId="478"/>
          <ac:spMkLst>
            <pc:docMk/>
            <pc:sldMk cId="2383901829" sldId="262"/>
            <ac:spMk id="4" creationId="{1D45CB9C-3E3F-25D0-EB0F-0D2F0FEE70AF}"/>
          </ac:spMkLst>
        </pc:spChg>
        <pc:spChg chg="mod">
          <ac:chgData name="Zhen Guan" userId="3572c8ef06643c85" providerId="LiveId" clId="{CEDB981A-914D-4FE1-BC9E-424C8338693A}" dt="2026-10-04T13:58:41.846" v="1068" actId="5793"/>
          <ac:spMkLst>
            <pc:docMk/>
            <pc:sldMk cId="2383901829" sldId="262"/>
            <ac:spMk id="5" creationId="{2A29CE31-4C5C-0673-66EF-96C5ACE37B43}"/>
          </ac:spMkLst>
        </pc:spChg>
        <pc:spChg chg="add del mod">
          <ac:chgData name="Zhen Guan" userId="3572c8ef06643c85" providerId="LiveId" clId="{CEDB981A-914D-4FE1-BC9E-424C8338693A}" dt="2026-10-04T13:58:39.054" v="1063" actId="478"/>
          <ac:spMkLst>
            <pc:docMk/>
            <pc:sldMk cId="2383901829" sldId="262"/>
            <ac:spMk id="6" creationId="{27E252BE-5013-D0F5-D683-D0BE45C1372A}"/>
          </ac:spMkLst>
        </pc:spChg>
        <pc:spChg chg="add del mod">
          <ac:chgData name="Zhen Guan" userId="3572c8ef06643c85" providerId="LiveId" clId="{CEDB981A-914D-4FE1-BC9E-424C8338693A}" dt="2026-10-04T13:58:36.934" v="1062" actId="478"/>
          <ac:spMkLst>
            <pc:docMk/>
            <pc:sldMk cId="2383901829" sldId="262"/>
            <ac:spMk id="8" creationId="{0049DB08-BC52-7920-0FD2-4190C3A017BF}"/>
          </ac:spMkLst>
        </pc:spChg>
        <pc:spChg chg="add mod">
          <ac:chgData name="Zhen Guan" userId="3572c8ef06643c85" providerId="LiveId" clId="{CEDB981A-914D-4FE1-BC9E-424C8338693A}" dt="2026-10-04T13:55:51.593" v="999" actId="1076"/>
          <ac:spMkLst>
            <pc:docMk/>
            <pc:sldMk cId="2383901829" sldId="262"/>
            <ac:spMk id="10" creationId="{8EB37BD0-094E-F7AF-E3E9-6FB59A0D538F}"/>
          </ac:spMkLst>
        </pc:spChg>
        <pc:spChg chg="add mod">
          <ac:chgData name="Zhen Guan" userId="3572c8ef06643c85" providerId="LiveId" clId="{CEDB981A-914D-4FE1-BC9E-424C8338693A}" dt="2026-10-04T13:55:51.593" v="999" actId="1076"/>
          <ac:spMkLst>
            <pc:docMk/>
            <pc:sldMk cId="2383901829" sldId="262"/>
            <ac:spMk id="12" creationId="{583E78FA-A9E0-7E44-E226-0CDB972231F6}"/>
          </ac:spMkLst>
        </pc:spChg>
        <pc:spChg chg="add del mod">
          <ac:chgData name="Zhen Guan" userId="3572c8ef06643c85" providerId="LiveId" clId="{CEDB981A-914D-4FE1-BC9E-424C8338693A}" dt="2026-10-04T13:55:40.162" v="996" actId="1076"/>
          <ac:spMkLst>
            <pc:docMk/>
            <pc:sldMk cId="2383901829" sldId="262"/>
            <ac:spMk id="14" creationId="{D191E0E3-18C1-5664-A913-E67BB6D3D45C}"/>
          </ac:spMkLst>
        </pc:spChg>
        <pc:spChg chg="add del">
          <ac:chgData name="Zhen Guan" userId="3572c8ef06643c85" providerId="LiveId" clId="{CEDB981A-914D-4FE1-BC9E-424C8338693A}" dt="2026-10-04T14:22:28.802" v="1339" actId="478"/>
          <ac:spMkLst>
            <pc:docMk/>
            <pc:sldMk cId="2383901829" sldId="262"/>
            <ac:spMk id="16" creationId="{AA607BC9-6E48-4BE2-CA5C-51C45A0FE1CE}"/>
          </ac:spMkLst>
        </pc:spChg>
        <pc:spChg chg="add del">
          <ac:chgData name="Zhen Guan" userId="3572c8ef06643c85" providerId="LiveId" clId="{CEDB981A-914D-4FE1-BC9E-424C8338693A}" dt="2026-10-04T14:22:26.856" v="1337" actId="22"/>
          <ac:spMkLst>
            <pc:docMk/>
            <pc:sldMk cId="2383901829" sldId="262"/>
            <ac:spMk id="18" creationId="{C350ABBB-53EE-2493-3FED-74625403D743}"/>
          </ac:spMkLst>
        </pc:spChg>
        <pc:spChg chg="add del">
          <ac:chgData name="Zhen Guan" userId="3572c8ef06643c85" providerId="LiveId" clId="{CEDB981A-914D-4FE1-BC9E-424C8338693A}" dt="2026-10-04T14:22:26.856" v="1337" actId="22"/>
          <ac:spMkLst>
            <pc:docMk/>
            <pc:sldMk cId="2383901829" sldId="262"/>
            <ac:spMk id="20" creationId="{04C30822-15A6-0B8A-38B1-0B52EC974E0F}"/>
          </ac:spMkLst>
        </pc:spChg>
        <pc:spChg chg="add">
          <ac:chgData name="Zhen Guan" userId="3572c8ef06643c85" providerId="LiveId" clId="{CEDB981A-914D-4FE1-BC9E-424C8338693A}" dt="2026-10-04T14:22:29.199" v="1340" actId="22"/>
          <ac:spMkLst>
            <pc:docMk/>
            <pc:sldMk cId="2383901829" sldId="262"/>
            <ac:spMk id="22" creationId="{7FF40CEC-3303-A6D3-733F-8E6003C531CA}"/>
          </ac:spMkLst>
        </pc:spChg>
        <pc:spChg chg="add">
          <ac:chgData name="Zhen Guan" userId="3572c8ef06643c85" providerId="LiveId" clId="{CEDB981A-914D-4FE1-BC9E-424C8338693A}" dt="2026-10-04T14:22:29.199" v="1340" actId="22"/>
          <ac:spMkLst>
            <pc:docMk/>
            <pc:sldMk cId="2383901829" sldId="262"/>
            <ac:spMk id="24" creationId="{51388D6D-6B20-C1B0-43BD-40EB4F0F2B11}"/>
          </ac:spMkLst>
        </pc:spChg>
        <pc:spChg chg="add mod">
          <ac:chgData name="Zhen Guan" userId="3572c8ef06643c85" providerId="LiveId" clId="{CEDB981A-914D-4FE1-BC9E-424C8338693A}" dt="2026-10-04T14:30:22.495" v="2006" actId="313"/>
          <ac:spMkLst>
            <pc:docMk/>
            <pc:sldMk cId="2383901829" sldId="262"/>
            <ac:spMk id="25" creationId="{A4973F33-1183-51A2-CC8E-84F9AE40CB60}"/>
          </ac:spMkLst>
        </pc:spChg>
      </pc:sldChg>
      <pc:sldChg chg="addSp delSp modSp add mod">
        <pc:chgData name="Zhen Guan" userId="3572c8ef06643c85" providerId="LiveId" clId="{CEDB981A-914D-4FE1-BC9E-424C8338693A}" dt="2026-10-04T14:29:33.300" v="1885" actId="13926"/>
        <pc:sldMkLst>
          <pc:docMk/>
          <pc:sldMk cId="3009607265" sldId="263"/>
        </pc:sldMkLst>
        <pc:spChg chg="mod">
          <ac:chgData name="Zhen Guan" userId="3572c8ef06643c85" providerId="LiveId" clId="{CEDB981A-914D-4FE1-BC9E-424C8338693A}" dt="2026-10-04T14:28:04.746" v="1713" actId="20577"/>
          <ac:spMkLst>
            <pc:docMk/>
            <pc:sldMk cId="3009607265" sldId="263"/>
            <ac:spMk id="2" creationId="{D679E43A-3C99-8D44-FA4C-C39A3DE7C146}"/>
          </ac:spMkLst>
        </pc:spChg>
        <pc:spChg chg="mod">
          <ac:chgData name="Zhen Guan" userId="3572c8ef06643c85" providerId="LiveId" clId="{CEDB981A-914D-4FE1-BC9E-424C8338693A}" dt="2026-10-04T14:19:24.150" v="1296" actId="1076"/>
          <ac:spMkLst>
            <pc:docMk/>
            <pc:sldMk cId="3009607265" sldId="263"/>
            <ac:spMk id="4" creationId="{3D5D9630-9879-03D9-68FD-441513FCEBDB}"/>
          </ac:spMkLst>
        </pc:spChg>
        <pc:spChg chg="del">
          <ac:chgData name="Zhen Guan" userId="3572c8ef06643c85" providerId="LiveId" clId="{CEDB981A-914D-4FE1-BC9E-424C8338693A}" dt="2026-10-04T14:15:54.681" v="1146" actId="478"/>
          <ac:spMkLst>
            <pc:docMk/>
            <pc:sldMk cId="3009607265" sldId="263"/>
            <ac:spMk id="5" creationId="{263817D5-5D1D-94E8-E7B8-B1DDEC5FD649}"/>
          </ac:spMkLst>
        </pc:spChg>
        <pc:spChg chg="add mod">
          <ac:chgData name="Zhen Guan" userId="3572c8ef06643c85" providerId="LiveId" clId="{CEDB981A-914D-4FE1-BC9E-424C8338693A}" dt="2026-10-04T14:28:29.667" v="1724" actId="13926"/>
          <ac:spMkLst>
            <pc:docMk/>
            <pc:sldMk cId="3009607265" sldId="263"/>
            <ac:spMk id="6" creationId="{73C53AD4-DAAE-7583-F406-187BAEEF0EEC}"/>
          </ac:spMkLst>
        </pc:spChg>
        <pc:spChg chg="add mod">
          <ac:chgData name="Zhen Guan" userId="3572c8ef06643c85" providerId="LiveId" clId="{CEDB981A-914D-4FE1-BC9E-424C8338693A}" dt="2026-10-04T14:22:21.133" v="1334" actId="1076"/>
          <ac:spMkLst>
            <pc:docMk/>
            <pc:sldMk cId="3009607265" sldId="263"/>
            <ac:spMk id="8" creationId="{F71D48C2-C88C-3AD8-FB45-62C98880FC43}"/>
          </ac:spMkLst>
        </pc:spChg>
        <pc:spChg chg="del">
          <ac:chgData name="Zhen Guan" userId="3572c8ef06643c85" providerId="LiveId" clId="{CEDB981A-914D-4FE1-BC9E-424C8338693A}" dt="2026-10-04T14:15:57.887" v="1147" actId="478"/>
          <ac:spMkLst>
            <pc:docMk/>
            <pc:sldMk cId="3009607265" sldId="263"/>
            <ac:spMk id="10" creationId="{15E7F4AC-6D03-F709-0EA2-7797DEDEDA0A}"/>
          </ac:spMkLst>
        </pc:spChg>
        <pc:spChg chg="add mod">
          <ac:chgData name="Zhen Guan" userId="3572c8ef06643c85" providerId="LiveId" clId="{CEDB981A-914D-4FE1-BC9E-424C8338693A}" dt="2026-10-04T14:22:17.876" v="1333" actId="1076"/>
          <ac:spMkLst>
            <pc:docMk/>
            <pc:sldMk cId="3009607265" sldId="263"/>
            <ac:spMk id="11" creationId="{B3972961-EE6B-7EC9-78A5-303379710FD0}"/>
          </ac:spMkLst>
        </pc:spChg>
        <pc:spChg chg="del">
          <ac:chgData name="Zhen Guan" userId="3572c8ef06643c85" providerId="LiveId" clId="{CEDB981A-914D-4FE1-BC9E-424C8338693A}" dt="2026-10-04T14:16:00.141" v="1148" actId="478"/>
          <ac:spMkLst>
            <pc:docMk/>
            <pc:sldMk cId="3009607265" sldId="263"/>
            <ac:spMk id="12" creationId="{48B89F50-4E75-0859-DB63-7B5DD2F49B43}"/>
          </ac:spMkLst>
        </pc:spChg>
        <pc:spChg chg="add mod">
          <ac:chgData name="Zhen Guan" userId="3572c8ef06643c85" providerId="LiveId" clId="{CEDB981A-914D-4FE1-BC9E-424C8338693A}" dt="2026-10-04T14:29:33.300" v="1885" actId="13926"/>
          <ac:spMkLst>
            <pc:docMk/>
            <pc:sldMk cId="3009607265" sldId="263"/>
            <ac:spMk id="13" creationId="{A809D71D-8C72-A661-E903-00B51D5B94D9}"/>
          </ac:spMkLst>
        </pc:spChg>
        <pc:spChg chg="mod">
          <ac:chgData name="Zhen Guan" userId="3572c8ef06643c85" providerId="LiveId" clId="{CEDB981A-914D-4FE1-BC9E-424C8338693A}" dt="2026-10-04T14:19:33.885" v="1298" actId="1076"/>
          <ac:spMkLst>
            <pc:docMk/>
            <pc:sldMk cId="3009607265" sldId="263"/>
            <ac:spMk id="14" creationId="{072FDDEC-AEA7-7ED4-7422-BC8BB99C76C3}"/>
          </ac:spMkLst>
        </pc:spChg>
      </pc:sldChg>
      <pc:sldChg chg="addSp modSp add mod">
        <pc:chgData name="Zhen Guan" userId="3572c8ef06643c85" providerId="LiveId" clId="{CEDB981A-914D-4FE1-BC9E-424C8338693A}" dt="2026-10-04T14:30:56.425" v="2059" actId="20577"/>
        <pc:sldMkLst>
          <pc:docMk/>
          <pc:sldMk cId="836064314" sldId="264"/>
        </pc:sldMkLst>
        <pc:spChg chg="add mod">
          <ac:chgData name="Zhen Guan" userId="3572c8ef06643c85" providerId="LiveId" clId="{CEDB981A-914D-4FE1-BC9E-424C8338693A}" dt="2026-10-04T14:23:58.539" v="1376" actId="1076"/>
          <ac:spMkLst>
            <pc:docMk/>
            <pc:sldMk cId="836064314" sldId="264"/>
            <ac:spMk id="5" creationId="{69FFF13F-A68D-41AC-D4AB-6DD36AF92907}"/>
          </ac:spMkLst>
        </pc:spChg>
        <pc:spChg chg="mod">
          <ac:chgData name="Zhen Guan" userId="3572c8ef06643c85" providerId="LiveId" clId="{CEDB981A-914D-4FE1-BC9E-424C8338693A}" dt="2026-10-04T14:25:01.088" v="1522" actId="20577"/>
          <ac:spMkLst>
            <pc:docMk/>
            <pc:sldMk cId="836064314" sldId="264"/>
            <ac:spMk id="6" creationId="{61114037-C30E-8F32-4AB0-952E56E24401}"/>
          </ac:spMkLst>
        </pc:spChg>
        <pc:spChg chg="mod">
          <ac:chgData name="Zhen Guan" userId="3572c8ef06643c85" providerId="LiveId" clId="{CEDB981A-914D-4FE1-BC9E-424C8338693A}" dt="2026-10-04T14:22:03.542" v="1330" actId="20577"/>
          <ac:spMkLst>
            <pc:docMk/>
            <pc:sldMk cId="836064314" sldId="264"/>
            <ac:spMk id="8" creationId="{E69317DC-73D6-6C8D-092E-DD5768C9D99E}"/>
          </ac:spMkLst>
        </pc:spChg>
        <pc:spChg chg="add mod">
          <ac:chgData name="Zhen Guan" userId="3572c8ef06643c85" providerId="LiveId" clId="{CEDB981A-914D-4FE1-BC9E-424C8338693A}" dt="2026-10-04T14:23:55.835" v="1375" actId="1076"/>
          <ac:spMkLst>
            <pc:docMk/>
            <pc:sldMk cId="836064314" sldId="264"/>
            <ac:spMk id="9" creationId="{C0374C64-986A-4D11-FD5F-F977DBD091CF}"/>
          </ac:spMkLst>
        </pc:spChg>
        <pc:spChg chg="add mod">
          <ac:chgData name="Zhen Guan" userId="3572c8ef06643c85" providerId="LiveId" clId="{CEDB981A-914D-4FE1-BC9E-424C8338693A}" dt="2026-10-04T14:24:03.053" v="1377" actId="1076"/>
          <ac:spMkLst>
            <pc:docMk/>
            <pc:sldMk cId="836064314" sldId="264"/>
            <ac:spMk id="11" creationId="{B577B25C-601E-BBB9-46A7-1061DFC4295C}"/>
          </ac:spMkLst>
        </pc:spChg>
        <pc:spChg chg="add mod">
          <ac:chgData name="Zhen Guan" userId="3572c8ef06643c85" providerId="LiveId" clId="{CEDB981A-914D-4FE1-BC9E-424C8338693A}" dt="2026-10-04T14:30:56.425" v="2059" actId="20577"/>
          <ac:spMkLst>
            <pc:docMk/>
            <pc:sldMk cId="836064314" sldId="264"/>
            <ac:spMk id="13" creationId="{B4E4E1DA-803F-C775-875B-9C895E2B7200}"/>
          </ac:spMkLst>
        </pc:spChg>
        <pc:spChg chg="mod">
          <ac:chgData name="Zhen Guan" userId="3572c8ef06643c85" providerId="LiveId" clId="{CEDB981A-914D-4FE1-BC9E-424C8338693A}" dt="2026-10-04T14:23:16.409" v="1362" actId="1076"/>
          <ac:spMkLst>
            <pc:docMk/>
            <pc:sldMk cId="836064314" sldId="264"/>
            <ac:spMk id="14" creationId="{25B04971-2544-32FC-80AE-B4582607CE1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1014-5BD1-804A-950A-451B4BC6D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D59D9-3BEB-F698-D622-77AB06EA5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06EF-6238-64B4-5287-63266335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AF596-E3BC-DF82-1E17-EF0ACFE4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AAB06-BD46-2899-AF07-350E8750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108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09DF-D36B-761C-A88F-14061145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56766-1189-145B-5F27-7F957B90D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8272B-6CEA-DFAA-B900-F70288CCB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4893E-A96C-94F9-C7DD-A7D19000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9D434-AB9D-CBBE-4339-B7BDF2B6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153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FBEA-9523-60D1-FA5C-BA0C947C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665F3-1DD5-2DAD-F567-5C312DE22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F8062-A311-B282-B915-6A629B2F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DB925-D988-AF09-6E9D-9E4F75DA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E877-4B1C-456E-A848-F827E8A9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453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063CD-2151-80AD-3EF8-C74BC591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26646-0F17-81C3-5AA4-7807167A2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BD469-876D-9197-ADFE-6952A7467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FCDE0-80D9-40E3-4496-5A87649F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B1E92-04D8-F4E8-3601-863EBD61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8E464-4181-E41F-9142-26A84F1A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3152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D6A5-5F28-089E-1D0A-11B24F55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D0BBF-41E8-A2A5-579B-189308D8E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A4894-8992-FD42-659B-42C84CB4C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AD46FC-7839-AD94-C079-33C60AD89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45535-1FDB-A89E-FA52-621CF0FE2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B2EC5D-45AB-2BC4-86BD-4B837ECE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A31FD-2893-BDA9-A31F-322AB9B36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5F73B2-D105-F66F-22CC-3CB03D58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116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625F-BDAF-6FD9-2CA7-209E0C2A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124465-8EED-AD7E-AD0F-1273BD54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9822F-85CF-F62B-EA5A-8CD4C0FF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FD869-BD8D-F2A4-46E4-C5B92942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642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537F3A-EC0F-AAF6-B7D9-90A4BD27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B59D8-28F8-328B-20A9-4C7B310D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2625A-76C9-F0A8-AD81-8608981D4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265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05B0-86CD-D866-16D6-B6D3B146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2E6A1-21FA-9CEB-1124-831E822B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526AF-998D-66B6-5F44-0F8E524A2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A1B3D-EA97-D229-3C0C-7D858BE38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C595E-2119-D010-39B3-BB9A1EB13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8027F-C1B3-C2AF-CB79-9316DEEF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26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8376D-0E29-A177-98C8-8D3F6CA7C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EA28D4-CBB0-09DA-5F25-BB37F60BD44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7929F-D04E-91FE-6186-D4AC74B8B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4F7EE-98B3-D17A-0974-0DC77816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4CADE-1531-56BE-F07C-A9891CAFE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E4EFC-7AD1-5DDD-782A-BB68F1CA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57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2FF3-F0B9-DF73-51B2-CB3294E7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CC580-5F95-5706-D68C-8F2E8E5F8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8DF36-D006-9500-9DF3-2A335604D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B2C9F-0A96-ECF0-2A3E-ADB980C0F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E15D4-E176-0357-D659-E8BBBDF8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3743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ED2204-2161-A5C1-5148-74FE0355D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F1F01-252F-CB41-DC23-F048F9470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A176F-DDE2-4C83-E440-F5CEC370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579F0-4F87-C2EE-7FCA-4A5670EC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DAB0A-7872-A385-2405-1032BCF6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090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802E74-5F12-1762-9B41-58F2062A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90E6F-7C00-844D-FDFE-6E01ECB91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91A55-AF70-88AB-9EAC-396DAE468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4D29C-C1EE-42E5-B2C4-5D26114D636A}" type="datetimeFigureOut">
              <a:rPr lang="en-SG" smtClean="0"/>
              <a:t>4/10/2026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257F6-D284-6B9F-4F68-265A340CC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80F0B-C819-4E87-9AAC-1B8260921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6021D-63B0-43A3-926B-C48DBF6BFA5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590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4FDB3-5A71-00F9-AAA1-8B18AA43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Login page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94DF1-5C66-A69A-77CD-39E208E015B2}"/>
              </a:ext>
            </a:extLst>
          </p:cNvPr>
          <p:cNvSpPr/>
          <p:nvPr/>
        </p:nvSpPr>
        <p:spPr>
          <a:xfrm>
            <a:off x="838200" y="1849272"/>
            <a:ext cx="10515600" cy="4469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708F6-4B6F-65CC-EBA0-096209C3BB9E}"/>
              </a:ext>
            </a:extLst>
          </p:cNvPr>
          <p:cNvSpPr/>
          <p:nvPr/>
        </p:nvSpPr>
        <p:spPr>
          <a:xfrm>
            <a:off x="5099713" y="3473355"/>
            <a:ext cx="1992574" cy="12214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User login</a:t>
            </a:r>
            <a:endParaRPr lang="en-SG" dirty="0">
              <a:solidFill>
                <a:sysClr val="windowText" lastClr="000000"/>
              </a:solidFill>
            </a:endParaRPr>
          </a:p>
          <a:p>
            <a:pPr algn="ctr"/>
            <a:r>
              <a:rPr lang="en-SG" dirty="0">
                <a:solidFill>
                  <a:sysClr val="windowText" lastClr="000000"/>
                </a:solidFill>
              </a:rPr>
              <a:t>Username</a:t>
            </a:r>
          </a:p>
          <a:p>
            <a:pPr algn="ctr"/>
            <a:r>
              <a:rPr lang="en-SG" dirty="0">
                <a:solidFill>
                  <a:sysClr val="windowText" lastClr="000000"/>
                </a:solidFill>
              </a:rPr>
              <a:t>password</a:t>
            </a:r>
            <a:endParaRPr lang="en-GB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13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E4C0-0791-D3D9-BF20-818A02CB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9C32-AB05-6096-7CB7-DB9B83B54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Landing/Home page (page 1)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60FAD2-94AB-AB70-50E6-363EDF3E8584}"/>
              </a:ext>
            </a:extLst>
          </p:cNvPr>
          <p:cNvSpPr/>
          <p:nvPr/>
        </p:nvSpPr>
        <p:spPr>
          <a:xfrm>
            <a:off x="838200" y="1849272"/>
            <a:ext cx="10515600" cy="4469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6F205C-F700-EAE9-793F-2C33DB1567B6}"/>
              </a:ext>
            </a:extLst>
          </p:cNvPr>
          <p:cNvSpPr/>
          <p:nvPr/>
        </p:nvSpPr>
        <p:spPr>
          <a:xfrm>
            <a:off x="1525283" y="1960020"/>
            <a:ext cx="4320000" cy="19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Pending request: xx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Need clarification: xx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Allocated today: xx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  <a:highlight>
                  <a:srgbClr val="FFFF00"/>
                </a:highlight>
              </a:rPr>
              <a:t>Lapsed: xx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A0E949-DACB-DA52-41D3-2204D7461AD4}"/>
              </a:ext>
            </a:extLst>
          </p:cNvPr>
          <p:cNvSpPr/>
          <p:nvPr/>
        </p:nvSpPr>
        <p:spPr>
          <a:xfrm>
            <a:off x="1525283" y="4098834"/>
            <a:ext cx="9141436" cy="19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Workshop Status summary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Workshop name | Status | Queue | Orders in Queue:</a:t>
            </a:r>
            <a:br>
              <a:rPr lang="en-GB" dirty="0">
                <a:solidFill>
                  <a:sysClr val="windowText" lastClr="000000"/>
                </a:solidFill>
              </a:rPr>
            </a:br>
            <a:r>
              <a:rPr lang="en-GB" dirty="0">
                <a:solidFill>
                  <a:sysClr val="windowText" lastClr="000000"/>
                </a:solidFill>
              </a:rPr>
              <a:t>WS01 | Active | 4 | ORD002, ORD003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CFAAA-F817-FEC2-A5BF-8EA00C0ADDD0}"/>
              </a:ext>
            </a:extLst>
          </p:cNvPr>
          <p:cNvSpPr/>
          <p:nvPr/>
        </p:nvSpPr>
        <p:spPr>
          <a:xfrm>
            <a:off x="6346719" y="1960020"/>
            <a:ext cx="4320000" cy="19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Inbox queue: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R01 ORD-01 Pending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151830-EAAA-B721-B15F-A0491EB60E42}"/>
              </a:ext>
            </a:extLst>
          </p:cNvPr>
          <p:cNvSpPr/>
          <p:nvPr/>
        </p:nvSpPr>
        <p:spPr>
          <a:xfrm>
            <a:off x="8525234" y="1960020"/>
            <a:ext cx="2141484" cy="4187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[View order details]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5AE394-25F6-7E8E-C1D9-3B61F3957833}"/>
              </a:ext>
            </a:extLst>
          </p:cNvPr>
          <p:cNvSpPr/>
          <p:nvPr/>
        </p:nvSpPr>
        <p:spPr>
          <a:xfrm>
            <a:off x="838201" y="2424258"/>
            <a:ext cx="1406509" cy="574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View allocation result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088702-A404-4743-949C-C5416BDD3D2B}"/>
              </a:ext>
            </a:extLst>
          </p:cNvPr>
          <p:cNvSpPr/>
          <p:nvPr/>
        </p:nvSpPr>
        <p:spPr>
          <a:xfrm>
            <a:off x="838200" y="1849272"/>
            <a:ext cx="1406509" cy="574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Home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B0A3D3-8116-6CA2-39C0-851031C6A93E}"/>
              </a:ext>
            </a:extLst>
          </p:cNvPr>
          <p:cNvSpPr txBox="1"/>
          <p:nvPr/>
        </p:nvSpPr>
        <p:spPr>
          <a:xfrm>
            <a:off x="9164626" y="831898"/>
            <a:ext cx="2488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[view order details] to go to page 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3899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7E26-F74E-FD71-F00F-8D18F3A1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B624-2A15-34BF-126E-9D62E7AC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 page (Page 2)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45CB9C-3E3F-25D0-EB0F-0D2F0FEE70AF}"/>
              </a:ext>
            </a:extLst>
          </p:cNvPr>
          <p:cNvSpPr/>
          <p:nvPr/>
        </p:nvSpPr>
        <p:spPr>
          <a:xfrm>
            <a:off x="838200" y="1849272"/>
            <a:ext cx="10515600" cy="4469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9CE31-4C5C-0673-66EF-96C5ACE37B43}"/>
              </a:ext>
            </a:extLst>
          </p:cNvPr>
          <p:cNvSpPr/>
          <p:nvPr/>
        </p:nvSpPr>
        <p:spPr>
          <a:xfrm>
            <a:off x="1256483" y="2263321"/>
            <a:ext cx="1992574" cy="37387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ORD 001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ORD 002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B37BD0-094E-F7AF-E3E9-6FB59A0D538F}"/>
              </a:ext>
            </a:extLst>
          </p:cNvPr>
          <p:cNvSpPr/>
          <p:nvPr/>
        </p:nvSpPr>
        <p:spPr>
          <a:xfrm>
            <a:off x="3795103" y="2263320"/>
            <a:ext cx="3224995" cy="3166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Original message: xxx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Parsed order information: xxx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Information complete/request more info</a:t>
            </a: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3E78FA-A9E0-7E44-E226-0CDB972231F6}"/>
              </a:ext>
            </a:extLst>
          </p:cNvPr>
          <p:cNvSpPr/>
          <p:nvPr/>
        </p:nvSpPr>
        <p:spPr>
          <a:xfrm>
            <a:off x="3795102" y="5429534"/>
            <a:ext cx="3224995" cy="574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User input more info here to clarify ambiguity/add missing info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91E0E3-18C1-5664-A913-E67BB6D3D45C}"/>
              </a:ext>
            </a:extLst>
          </p:cNvPr>
          <p:cNvSpPr/>
          <p:nvPr/>
        </p:nvSpPr>
        <p:spPr>
          <a:xfrm>
            <a:off x="7566145" y="2263321"/>
            <a:ext cx="3369372" cy="37387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(Once information is complete)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Show candidate workshops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Recommendation</a:t>
            </a: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[Proceed with reasoning] [Accept]</a:t>
            </a: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F40CEC-3303-A6D3-733F-8E6003C531CA}"/>
              </a:ext>
            </a:extLst>
          </p:cNvPr>
          <p:cNvSpPr/>
          <p:nvPr/>
        </p:nvSpPr>
        <p:spPr>
          <a:xfrm>
            <a:off x="838200" y="2417380"/>
            <a:ext cx="1406509" cy="574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View allocation result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388D6D-6B20-C1B0-43BD-40EB4F0F2B11}"/>
              </a:ext>
            </a:extLst>
          </p:cNvPr>
          <p:cNvSpPr/>
          <p:nvPr/>
        </p:nvSpPr>
        <p:spPr>
          <a:xfrm>
            <a:off x="838199" y="1842394"/>
            <a:ext cx="1406509" cy="574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Home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973F33-1183-51A2-CC8E-84F9AE40CB60}"/>
              </a:ext>
            </a:extLst>
          </p:cNvPr>
          <p:cNvSpPr txBox="1"/>
          <p:nvPr/>
        </p:nvSpPr>
        <p:spPr>
          <a:xfrm>
            <a:off x="8270851" y="0"/>
            <a:ext cx="36910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[Proceed with reasoning to jump to page 4)</a:t>
            </a:r>
          </a:p>
          <a:p>
            <a:r>
              <a:rPr lang="en-GB" dirty="0"/>
              <a:t>Click [Accept] and stay in current page</a:t>
            </a:r>
          </a:p>
          <a:p>
            <a:r>
              <a:rPr lang="en-GB" dirty="0"/>
              <a:t>If all order information is cleared, show “all orders are assigned”</a:t>
            </a:r>
            <a:endParaRPr lang="en-S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1AECAD-2440-8F8A-20C0-947590275C07}"/>
              </a:ext>
            </a:extLst>
          </p:cNvPr>
          <p:cNvSpPr/>
          <p:nvPr/>
        </p:nvSpPr>
        <p:spPr>
          <a:xfrm>
            <a:off x="2291686" y="1849271"/>
            <a:ext cx="9062114" cy="264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Pending: xxx   |   Need clarification: xxx   |   Assigned: xxx</a:t>
            </a:r>
            <a:endParaRPr lang="en-SG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01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91EB-3B01-48BA-109C-D4042E8E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E43A-3C99-8D44-FA4C-C39A3DE7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Allocation decision page (Page 3)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5D9630-9879-03D9-68FD-441513FCEBDB}"/>
              </a:ext>
            </a:extLst>
          </p:cNvPr>
          <p:cNvSpPr/>
          <p:nvPr/>
        </p:nvSpPr>
        <p:spPr>
          <a:xfrm>
            <a:off x="838200" y="1842394"/>
            <a:ext cx="10515600" cy="4469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2FDDEC-AEA7-7ED4-7422-BC8BB99C76C3}"/>
              </a:ext>
            </a:extLst>
          </p:cNvPr>
          <p:cNvSpPr/>
          <p:nvPr/>
        </p:nvSpPr>
        <p:spPr>
          <a:xfrm>
            <a:off x="2114122" y="2215654"/>
            <a:ext cx="3369372" cy="37387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Candidate workshop: xxx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ETA: xxx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Recommendation: xxx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53AD4-DAAE-7583-F406-187BAEEF0EEC}"/>
              </a:ext>
            </a:extLst>
          </p:cNvPr>
          <p:cNvSpPr/>
          <p:nvPr/>
        </p:nvSpPr>
        <p:spPr>
          <a:xfrm>
            <a:off x="7044777" y="2214733"/>
            <a:ext cx="3369372" cy="37387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Reasoning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…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…</a:t>
            </a:r>
          </a:p>
          <a:p>
            <a:pPr algn="ctr"/>
            <a:endParaRPr lang="en-GB" dirty="0">
              <a:solidFill>
                <a:sysClr val="windowText" lastClr="000000"/>
              </a:solidFill>
            </a:endParaRP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[Accept] 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  <a:highlight>
                  <a:srgbClr val="FFFF00"/>
                </a:highlight>
              </a:rPr>
              <a:t>[Reject]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1D48C2-C88C-3AD8-FB45-62C98880FC43}"/>
              </a:ext>
            </a:extLst>
          </p:cNvPr>
          <p:cNvSpPr/>
          <p:nvPr/>
        </p:nvSpPr>
        <p:spPr>
          <a:xfrm>
            <a:off x="838200" y="2417380"/>
            <a:ext cx="1406509" cy="574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View allocation result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972961-EE6B-7EC9-78A5-303379710FD0}"/>
              </a:ext>
            </a:extLst>
          </p:cNvPr>
          <p:cNvSpPr/>
          <p:nvPr/>
        </p:nvSpPr>
        <p:spPr>
          <a:xfrm>
            <a:off x="838199" y="1842394"/>
            <a:ext cx="1406509" cy="574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Home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9D71D-8C72-A661-E903-00B51D5B94D9}"/>
              </a:ext>
            </a:extLst>
          </p:cNvPr>
          <p:cNvSpPr txBox="1"/>
          <p:nvPr/>
        </p:nvSpPr>
        <p:spPr>
          <a:xfrm>
            <a:off x="9123374" y="365125"/>
            <a:ext cx="30686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[Accept] to jump to page 2</a:t>
            </a:r>
          </a:p>
          <a:p>
            <a:r>
              <a:rPr lang="en-GB" dirty="0">
                <a:highlight>
                  <a:srgbClr val="FFFF00"/>
                </a:highlight>
              </a:rPr>
              <a:t>Click [Reject] to initiate a new chat window and accepts user input</a:t>
            </a:r>
            <a:endParaRPr lang="en-SG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09607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EF0B-BCD7-27D7-F65E-98F215C4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931C-9CCE-18C6-E50B-122C6D7C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Allocation decision page (Page 4)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AD2C62-771A-E29B-8E3B-98625BF21BF9}"/>
              </a:ext>
            </a:extLst>
          </p:cNvPr>
          <p:cNvSpPr/>
          <p:nvPr/>
        </p:nvSpPr>
        <p:spPr>
          <a:xfrm>
            <a:off x="838200" y="1842394"/>
            <a:ext cx="10515600" cy="4469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B04971-2544-32FC-80AE-B4582607CE15}"/>
              </a:ext>
            </a:extLst>
          </p:cNvPr>
          <p:cNvSpPr/>
          <p:nvPr/>
        </p:nvSpPr>
        <p:spPr>
          <a:xfrm>
            <a:off x="2114122" y="2215654"/>
            <a:ext cx="3369372" cy="37387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14037-C30E-8F32-4AB0-952E56E24401}"/>
              </a:ext>
            </a:extLst>
          </p:cNvPr>
          <p:cNvSpPr/>
          <p:nvPr/>
        </p:nvSpPr>
        <p:spPr>
          <a:xfrm>
            <a:off x="7044777" y="2214733"/>
            <a:ext cx="3369372" cy="37387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Original message: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Message time: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Parsed message: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Recommendation: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Reasoning: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Approved by: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Timestamp: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9317DC-73D6-6C8D-092E-DD5768C9D99E}"/>
              </a:ext>
            </a:extLst>
          </p:cNvPr>
          <p:cNvSpPr/>
          <p:nvPr/>
        </p:nvSpPr>
        <p:spPr>
          <a:xfrm>
            <a:off x="838200" y="1816068"/>
            <a:ext cx="1406509" cy="574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Home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FFF13F-A68D-41AC-D4AB-6DD36AF92907}"/>
              </a:ext>
            </a:extLst>
          </p:cNvPr>
          <p:cNvSpPr/>
          <p:nvPr/>
        </p:nvSpPr>
        <p:spPr>
          <a:xfrm>
            <a:off x="2125275" y="2226675"/>
            <a:ext cx="3369372" cy="663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ORD 001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74C64-986A-4D11-FD5F-F977DBD091CF}"/>
              </a:ext>
            </a:extLst>
          </p:cNvPr>
          <p:cNvSpPr/>
          <p:nvPr/>
        </p:nvSpPr>
        <p:spPr>
          <a:xfrm>
            <a:off x="2121306" y="2901600"/>
            <a:ext cx="3369372" cy="663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ORD 002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77B25C-601E-BBB9-46A7-1061DFC4295C}"/>
              </a:ext>
            </a:extLst>
          </p:cNvPr>
          <p:cNvSpPr/>
          <p:nvPr/>
        </p:nvSpPr>
        <p:spPr>
          <a:xfrm>
            <a:off x="2121306" y="3565504"/>
            <a:ext cx="3369372" cy="6639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ORD 003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E4E1DA-803F-C775-875B-9C895E2B7200}"/>
              </a:ext>
            </a:extLst>
          </p:cNvPr>
          <p:cNvSpPr/>
          <p:nvPr/>
        </p:nvSpPr>
        <p:spPr>
          <a:xfrm>
            <a:off x="9947291" y="5737049"/>
            <a:ext cx="1406509" cy="574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</a:rPr>
              <a:t>Export all allocation history</a:t>
            </a:r>
          </a:p>
        </p:txBody>
      </p:sp>
    </p:spTree>
    <p:extLst>
      <p:ext uri="{BB962C8B-B14F-4D97-AF65-F5344CB8AC3E}">
        <p14:creationId xmlns:p14="http://schemas.microsoft.com/office/powerpoint/2010/main" val="836064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980B-9D85-A008-67A5-4D2445A1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Execution Flow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987AA-231D-8B35-8906-0EB0C62A0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SG" dirty="0"/>
              <a:t>Request Arrives</a:t>
            </a:r>
          </a:p>
          <a:p>
            <a:r>
              <a:rPr lang="en-SG" dirty="0"/>
              <a:t>       ↓</a:t>
            </a:r>
          </a:p>
          <a:p>
            <a:r>
              <a:rPr lang="en-SG" dirty="0"/>
              <a:t>Parse Request</a:t>
            </a:r>
          </a:p>
          <a:p>
            <a:r>
              <a:rPr lang="en-SG" dirty="0"/>
              <a:t>       ↓</a:t>
            </a:r>
          </a:p>
          <a:p>
            <a:r>
              <a:rPr lang="en-SG" dirty="0"/>
              <a:t>Need Clarification?</a:t>
            </a:r>
          </a:p>
          <a:p>
            <a:r>
              <a:rPr lang="en-SG" dirty="0"/>
              <a:t> ┌─────┴─────┐</a:t>
            </a:r>
          </a:p>
          <a:p>
            <a:r>
              <a:rPr lang="en-SG" dirty="0"/>
              <a:t> YES         NO</a:t>
            </a:r>
          </a:p>
          <a:p>
            <a:r>
              <a:rPr lang="en-SG" dirty="0"/>
              <a:t> ↓            ↓</a:t>
            </a:r>
          </a:p>
          <a:p>
            <a:r>
              <a:rPr lang="en-SG" dirty="0"/>
              <a:t>Clarification  Candidate Analysis</a:t>
            </a:r>
          </a:p>
          <a:p>
            <a:r>
              <a:rPr lang="en-SG" dirty="0"/>
              <a:t> ↓            ↓</a:t>
            </a:r>
          </a:p>
          <a:p>
            <a:r>
              <a:rPr lang="en-SG" dirty="0"/>
              <a:t>User Reply     Recommendation</a:t>
            </a:r>
          </a:p>
          <a:p>
            <a:r>
              <a:rPr lang="en-SG" dirty="0"/>
              <a:t>       ↓</a:t>
            </a:r>
          </a:p>
          <a:p>
            <a:r>
              <a:rPr lang="en-SG" dirty="0"/>
              <a:t>Decision Explanation</a:t>
            </a:r>
          </a:p>
          <a:p>
            <a:r>
              <a:rPr lang="en-SG" dirty="0"/>
              <a:t>       ↓</a:t>
            </a:r>
          </a:p>
          <a:p>
            <a:r>
              <a:rPr lang="en-SG" dirty="0"/>
              <a:t>Approve</a:t>
            </a:r>
          </a:p>
          <a:p>
            <a:r>
              <a:rPr lang="en-SG" dirty="0"/>
              <a:t>       ↓</a:t>
            </a:r>
          </a:p>
          <a:p>
            <a:r>
              <a:rPr lang="en-SG" dirty="0"/>
              <a:t>Audit Log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94223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316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Login page</vt:lpstr>
      <vt:lpstr>Landing/Home page (page 1)</vt:lpstr>
      <vt:lpstr>Recommendation page (Page 2)</vt:lpstr>
      <vt:lpstr>Allocation decision page (Page 3)</vt:lpstr>
      <vt:lpstr>Allocation decision page (Page 4)</vt:lpstr>
      <vt:lpstr>Execution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 Guan</dc:creator>
  <cp:lastModifiedBy>Zhen Guan</cp:lastModifiedBy>
  <cp:revision>1</cp:revision>
  <dcterms:created xsi:type="dcterms:W3CDTF">2026-10-04T12:45:31Z</dcterms:created>
  <dcterms:modified xsi:type="dcterms:W3CDTF">2026-10-04T14:33:58Z</dcterms:modified>
</cp:coreProperties>
</file>